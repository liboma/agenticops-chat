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412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AgenticOps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综合战略分析报告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 | 多角色团队讨论产出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产品战略师  |  平台架构师  |  资深 SRE  |  企业售前架构师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Lab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修复成功率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260604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6.3 min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 MTTR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30-60 min 人工)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2.5/10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企业就绪度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69037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$0.25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单次修复成本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$37-75 人工)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核心发现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自动修复是最锐利的市场切入点 — 竞品普遍缺失此能力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Learn/Prevent 闭环是最大缺口 — 修复后无验证、无趋势预测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安全合规 (RBAC/SSO) 是企业准入第一道关卡，必须优先补齐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变更关联可将 RCA 准确率提升 30%+ — 当前完全缺失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核心价值主张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解决的核心问题</a:t>
            </a:r>
            <a:endParaRPr lang="en-US" sz="1600" b="1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告警疲劳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从告警到修复链路太长，跳转多个工具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知识碎片化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排查经验在人脑中，新人上手慢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过长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人工介入每一步都是延迟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三大差异化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执行能力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不止告诉问题在哪，还能修。竞品停在通知，我们走完全程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知识飞轮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每次修复自动沉淀为 SOP/KB，越用越聪明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成本结构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按使用量付费 $0.25/次 vs per-seat $20-100/月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竞品对比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 flipV="1">
            <a:off x="548639" y="822960"/>
            <a:ext cx="8338421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9260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核心定位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自动诊断+修复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监控+告警路由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工单自动化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监控+分析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闭环程度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Alert-&gt;RCA-&gt;Fix-&gt;Resolve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Alert-&gt;Notify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Alert-&gt;Ticket-&gt;人工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Alert-&gt;检测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执行能力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原生 Agent 执行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 Rundeck 额外产品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依赖 ITIL 流程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规则式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知识沉淀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 RAG + SOP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无自动化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人工维护 KB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原生度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 Agent + LLM 推理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无原生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后加 GenAI 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Watchdog ML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+ AWS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6-12月实施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~$0.25-3/次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$20-50/人/月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$100K+/年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按量计费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AgenticOps 的独特位置: 既有 AI 诊断能力，又有自动修复能力 — 行业唯一的 AI-Native 闭环修复方案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闭环能力评估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 -&gt;  Diagnose  -&gt;  Fix  -&gt;  Learn  -&gt;  Prevent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685800" y="1883664"/>
            <a:ext cx="914400" cy="1316736"/>
          </a:xfrm>
          <a:prstGeom prst="rect">
            <a:avLst/>
          </a:prstGeom>
          <a:solidFill>
            <a:srgbClr val="16A34A">
              <a:alpha val="75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365760" y="15636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8/10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多源接入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双管道, 指纹去重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423160" y="1883664"/>
            <a:ext cx="914400" cy="1316736"/>
          </a:xfrm>
          <a:prstGeom prst="rect">
            <a:avLst/>
          </a:prstGeom>
          <a:solidFill>
            <a:srgbClr val="16A34A">
              <a:alpha val="75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2103120" y="15636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8/10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诊断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Agent + KB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个领域 Skills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37160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160520" y="2048256"/>
            <a:ext cx="914400" cy="1152144"/>
          </a:xfrm>
          <a:prstGeom prst="rect">
            <a:avLst/>
          </a:prstGeom>
          <a:solidFill>
            <a:srgbClr val="16A34A">
              <a:alpha val="75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3840480" y="17282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7/10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四级风险分级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自动执行 + 状态机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137160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5897880" y="2377440"/>
            <a:ext cx="914400" cy="822960"/>
          </a:xfrm>
          <a:prstGeom prst="rect">
            <a:avLst/>
          </a:prstGeom>
          <a:solidFill>
            <a:srgbClr val="D97706">
              <a:alpha val="75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557784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5/10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SOP 生成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缺反馈循环和度量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0" y="137160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7635240" y="2871216"/>
            <a:ext cx="914400" cy="329184"/>
          </a:xfrm>
          <a:prstGeom prst="rect">
            <a:avLst/>
          </a:prstGeom>
          <a:solidFill>
            <a:srgbClr val="DC2626">
              <a:alpha val="75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7315200" y="25511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2/10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预防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几乎缺失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无趋势预测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SRE 实战场景评估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29184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K8s CrashLoopBackOff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kubernetes-admin Skill + kubectl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Lab 10/10 验证通过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L0/L1 全自动闭环修复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局限: 单集群/简单故障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29184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延迟飙升 P99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可检测到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 APM/分布式追踪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无法定位具体慢服务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无法查 DB slow query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数据库连接池满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 检测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DB 内部诊断能力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 SHOW PROCESSLIST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无法执行 DB 级修复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8412480" cy="36576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结论: K8s 自动修复是甜蜜区 (L4 级别)，非 K8s 场景需扩展数据源和工具能力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企业就绪度评估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34747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/10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当前企业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就绪度评分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目标: 7.0/10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(企业 POC 准入门槛)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325880"/>
            <a:ext cx="2743200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5212080" y="1325880"/>
            <a:ext cx="2194560" cy="2286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8092440" y="1280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安全合规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2011680"/>
            <a:ext cx="2743200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5212080" y="2011680"/>
            <a:ext cx="27432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8092440" y="1965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0.5/5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集成生态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2697480"/>
            <a:ext cx="2743200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5212080" y="2697480"/>
            <a:ext cx="54864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8092440" y="2651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可靠性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12080" y="3383280"/>
            <a:ext cx="2743200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5212080" y="3383280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8092440" y="3337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1.5/5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商业运营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4069080"/>
            <a:ext cx="2743200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8092440" y="4023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最紧迫的差距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4297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RBAC / SSO — 安全评审过不了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ServiceNow 集成 — 70% 目标客户需要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决策缺乏可解释性审计链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功能优先级矩阵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4114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双向通信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Validation Loop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变更关联 (ChangeEvent)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 EventBus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97480" cy="4114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324612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69164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Adapter (PagerDuty)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自动生成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API 认证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Webhook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Analyzer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97480" cy="4114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612648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(SAML 2.0 / OIDC)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ITSM 集成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趋势预测 (磁盘/连接数/证书)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决策审计链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v1 标准化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可推迟 / 忽略的功能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推迟理由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HR/排班系统自建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 已做了，用 Adapter 接入即可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事件流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小规模杀鸡用牛刀，Phase 3 才需要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多云 (GCP/Azure)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先把 AWS 做透，再横向扩展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多租户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短期主打 Self-hosted，中期再考虑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SLO/Error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有价值但非核心竞争力，Datadog 更擅长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APM/分布式追踪接入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工程量大，P2 优先级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Terraform/CloudFormation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有用但不紧急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GitOps Adapter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复杂度高，用户基数小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3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原则: 聚焦 K8s 自动修复做到极致，再横向扩展到 RDS, EC2, Network 等场景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三阶段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1463040" y="105156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9748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生产验证  |  0-6 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双向通信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Validation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变更关联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 EventBus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Webhook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 2-3 个真实用户验证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05156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9748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闭环完善  |  6-12 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Adapter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自动生成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Analyzer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API 认证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趋势预测 (线性外推)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v1 标准化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105156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69748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企业就绪  |  12-24 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(SAML/OIDC)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双向集成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决策审计链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变更窗口 + 四眼审批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部署模式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Type I 准备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定价模型建议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10058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单账户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个 Skills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手动修复 (无自动 Pipeline)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次/月 AI 调用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97480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324612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$499/月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46120" y="17830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 $2/次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28600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AWS 账户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Skills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L0-L1 自动修复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IM 集成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次/月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69748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612648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1508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联系销售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17830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SSO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审计合规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集成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 Agent/Skill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专属支持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无限次数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SRE 人工修复 $37-75/次  vs  AgenticOps $0.25-3/次  |  Pro 版每月节省 7-14 次修复即可回本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关键风险与应对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530352" y="1097280"/>
            <a:ext cx="8247888" cy="118872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信任风险 (最大)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用户不敢让 AI 在生产环境自动执行修复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1430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应对策略: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1371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默认只建议不执行 (auto_fix_enabled=false)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提供修复前预览和回滚计划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"修复模拟"功能 — 展示 Agent 会做什么但不执行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用修复成功率数据逐步建立信任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73152" cy="1188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530352" y="2423160"/>
            <a:ext cx="8247888" cy="118872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数据源瓶颈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 CloudWatch/CloudTrail/kubectl，覆盖面不够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2468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应对策略: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697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聚焦 K8s 做到极致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MCP Server 扩展数据源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变更事件作为高价值数据源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接入放在 Phase 2+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73152" cy="1188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530352" y="3749040"/>
            <a:ext cx="8247888" cy="118872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企业准入门槛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安全合规差距大，短期难进大企业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3794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应对策略: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4023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短期找 3-5 个中小云原生公司验证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中期补 RBAC + SSO (6-12 月)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 SOC2 认证 + ServiceNow (12-24 月)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模式降低数据安全顾虑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AgenticOps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能自动修复 Kubernetes 故障的 AI SRE 助手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目标用户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10-50 人 SRE/DevOps 团队 Lead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100-1000 人科技公司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月消费 $10K-$100K AWS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 $500-$2000/月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下一步行动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Slack 集成 (2-3 周)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 2-3 个 Beta 用户验证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收集生产环境 MTTR 数据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Post-fix 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6576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 K8s 自动修复  |  补齐 Learn/Prevent 闭环  |  用生产验证数据说话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Microsoft Macintosh PowerPoint</Application>
  <PresentationFormat>On-screen Show (16:9)</PresentationFormat>
  <Paragraphs>290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AgenticOps Strategy Analysis 2026 Q1</dc:title>
  <dc:subject>PptxGenJS Presentation</dc:subject>
  <dc:creator>AgenticOps Team</dc:creator>
  <cp:lastModifiedBy>Ma, Libo</cp:lastModifiedBy>
  <cp:revision>3</cp:revision>
  <dcterms:created xsi:type="dcterms:W3CDTF">2026-03-13T13:52:06Z</dcterms:created>
  <dcterms:modified xsi:type="dcterms:W3CDTF">2026-03-13T13:54:22Z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2026-03-13T13:53:04Z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3f9016ee-7426-486a-8c6f-5a46ab103175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