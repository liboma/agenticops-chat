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ClawOps Next-Gen RCA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651760"/>
            <a:ext cx="36576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0C0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Calibri"/>
              </a:defRPr>
            </a:pPr>
            <a:r>
              <a:t>Agent-First 感知-规划-决策 + 知识自进化闭环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8229600" cy="320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&gt; **日期**: 2026-03-15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**团队**: ClawOps Research Team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**版本**: v1.0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1508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---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0C0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基于团队深度调研（16+ 篇前沿论文）和 ClawOps 实战经验（3500+ tests, 93% coverage），我们提出 Agent-First RCA 架构——从传统的 Graph-Driven pipeline 转向告警驱动的自主探索模式，结合 Prompt 自动优化、Skills 自动习得、知识闭环验证，构建 L5 Self-Improving Ops Platform。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5331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---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0C0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Calibri"/>
              </a:defRPr>
            </a:pPr>
            <a:r>
              <a:t>1. 核心架构：Agent-First 感知-规划-决策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设计哲学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不要让 SRE 知道所有服务的状态和拓扑图。只给告警和基础信息源，让 Agent 自己规划调查路径。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479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这与 arXiv:2602.09937 的核心发现一致：架构设计 &gt; 模型能力 &gt; Prompt 工程。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12264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架构对比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23744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传统 Graph-Driven RCA: 预构建拓扑图 → 告警 → 图上关联 → RCA（重、脆弱、维护成本高）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7121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Agent-First RCA: 告警 → 感知 → 规划 → 执行 → 决策（轻、灵活、像真人 SRE）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186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RAC 循环（Reason-Act-Confirm）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3016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Reason（推理）: Agent 基于告警 + 历史经验 + LLM 推理，规划调查路径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776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Act（行动）: Agent 主动调用工具（CloudWatch/CloudTrail/X-Ray API）采集证据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2511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Confirm（验证）: 独立验证器检查推理质量 + 证据完整性 + 结论可靠性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Calibri"/>
              </a:defRPr>
            </a:pPr>
            <a:r>
              <a:t>1. 核心架构：Agent-First 感知-规划-决策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循环迭代直到置信度达标或触发人工介入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5331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差异化优势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6479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零前置依赖：不需要预建拓扑图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12264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按需探索：Agent 自主决定查什么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5973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经验驱动：历史案例直接加速下次调查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0720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AWS 原生：CloudWatch + CloudTrail + X-Ray 数据充足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546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---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0C0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Calibri"/>
              </a:defRPr>
            </a:pPr>
            <a:r>
              <a:t>2. Prompt 自动优化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核心论据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eARCO (arXiv:2504.11505, Microsoft Research, 2025):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6479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在 180,000+ 微软真实事故上验证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12264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Prompt 优化 &gt; RAG (+21%) &gt; Fine-tuning (+13%)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5973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使用 PromptWizard 自动搜索最优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072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在 Agent-First 中的角色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186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Prompt 优化直接决定 "规划"环节的质量：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661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手写 prompt: "分析这个告警" → Agent 漫无目的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1363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优化 prompt: "ALB 5xx 告警，历史 85% 根因在 target group。先查 TG → ECS task → 网络" → Agent 有方向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61104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落地方案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Calibri"/>
              </a:defRPr>
            </a:pPr>
            <a:r>
              <a:t>2. Prompt 自动优化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Phase 1: 基于历史 RCA 案例，自动提取最优调查路径模板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5331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Phase 2: 实现 few-shot 动态注入——每次 RCA 自动检索最相似历史案例作为 prompt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00784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Phase 3: 自动化 prompt A/B testing——同一告警用不同 prompt 策略，比较 RCA 质量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48256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---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0C0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Calibri"/>
              </a:defRPr>
            </a:pPr>
            <a:r>
              <a:t>3. Skills 自动习得与更新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设计理念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每一次成功的 RCA 都是一个新的 Skill。系统应自动将调查路径固化为可复用的 Skill，并在新证据出现时自动更新。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479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Skill 生命周期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7627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发现: SkillGapDetector 检测 Agent 在某类告警上的能力缺口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23744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创建: 从成功 RCA 的调查路径自动生成 Skill 模板（SOPAutoWriter）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7121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验证: 新 Skill 在历史案例上回测，确认有效性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1868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应用: Agent 在规划阶段自动匹配最相关 Skill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661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更新: 基于新案例的结果反馈，自动修正 Skill（revision-first learning）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1363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淘汰: 长期未使用或验证失败的 Skill 自动降权/归档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61104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与 Memory 的协同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Calibri"/>
              </a:defRPr>
            </a:pPr>
            <a:r>
              <a:t>3. Skills 自动习得与更新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Episodic Memory: 记录每次 RCA 的完整调查路径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5331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Procedural Memory: Skills 就是固化的 Procedural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00784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Semantic Memory: 故障模式的抽象知识（"ALB 5xx 通常与 target group 相关"）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4825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Reflection Memory: 定期反思哪些 Skills 有效、哪些需要更新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9572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论文支撑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0720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OpsAgent (arXiv:2510.24145): 双重自进化机制（内部模型更新 + 外部经验积累）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546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16类推理失败 (arXiv:2601.22208): Skills 可以编码"避免某类推理失败"的规则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021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---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0C0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Calibri"/>
              </a:defRPr>
            </a:pPr>
            <a:r>
              <a:t>4. 知识经验沉淀体系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三层知识架构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L1 即时知识 (Hot): 当前 RCA session 中采集的证据和推理链——Evidence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6479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L2 经验知识 (Warm): 历史 RCA 案例库——Memory Fast Path + RCA Learner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12264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L3 结构化知识 (Cold): 故障模式知识图谱——因果关系 + 修复方案 + 验证标准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5973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知识质量保证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7121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写入前验证: RCA 结论必须附带证据链，无证据不入库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1868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事后验证: PostActionValidator 检查修复结果，反向更新知识置信度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661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交叉验证: 多个 Agent 独立 RCA，共识结论才写入知识库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1363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衰减机制: decayed_confidence 时间衰减 + 使用频率加权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61104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论文支撑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Calibri"/>
              </a:defRPr>
            </a:pPr>
            <a:r>
              <a:t>4. 知识经验沉淀体系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GPT-4 ICL (arXiv:2401.13810): 10 万事故数据的 few-shot learning，+24.8% 准确率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5331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RCACopilot (arXiv:2305.15778): Microsoft 4 年生产 RCA 系统的知识积累经验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00784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Pearl 因果框架: CloudTrail 变更事件 = 天然的因果干预数据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48256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---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0C0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Calibri"/>
              </a:defRPr>
            </a:pPr>
            <a:r>
              <a:t>5. 结果验证 + 知识闭环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PostActionValidator 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输入: 修复动作 + VerificationSpec（目标指标 + 阈值）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6479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判定四态: SUCCESS / PARTIAL_SUCCESS / FAILED / UNCERTAIN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12264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观察窗口: T0=30s, T1=2min, T2=5min, T3=15min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5973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闭环流程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7121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1. RCA 完成 → 生成修复建议 + VerificationSpec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1868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2. 修复执行（按 L0-L3 安全分级）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661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3. PostActionValidator 在观察窗口内验证结果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1363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4. SUCCESS → reinforce 知识（+confidence）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61104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5. FAILED → penalize 知识（-confidence）+ 自动回滚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Calibri"/>
              </a:defRPr>
            </a:pPr>
            <a:r>
              <a:t>5. 结果验证 + 知识闭环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6. PARTIAL_SUCCESS → 保留知识但标记需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5331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修复安全分级（L0-L3）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64792"/>
          <a:ext cx="82296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级别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操作范围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审批要求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示例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只输出建议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"建议重启服务 X"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L1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只读诊断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无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describe-instances, get-metrics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预批准安全操作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自动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重启服务、增加实例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L3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配置变更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沙箱+人工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Security Group 修改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54787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论文支撑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5935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CCAR (arXiv:2603.08736): 首个形式化安全修复边界框架，78% 自主修复率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06824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AIOpsLab (arXiv:2501.06706): 端到端 Agent 评估，含修复验证环节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Calibri"/>
              </a:defRPr>
            </a:pPr>
            <a:r>
              <a:t>5. 结果验证 + 知识闭环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---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0C0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Calibri"/>
              </a:defRPr>
            </a:pPr>
            <a:r>
              <a:t>6. 整体架构图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Agent-First RCA + 知识自进化闭环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8229600" cy="13167359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7ECF7E"/>
                </a:solidFill>
                <a:latin typeface="Consolas"/>
              </a:defRPr>
            </a:pPr>
            <a:r>
              <a:t>告警输入</a:t>
            </a:r>
            <a:br/>
            <a:r>
              <a:t>  │</a:t>
            </a:r>
            <a:br/>
            <a:r>
              <a:t>  ▼</a:t>
            </a:r>
            <a:br/>
            <a:r>
              <a:t>┌────────────────────────────┐</a:t>
            </a:r>
            <a:br/>
            <a:r>
              <a:t>│  感知层 (Perceive)          │</a:t>
            </a:r>
            <a:br/>
            <a:r>
              <a:t>│  告警解析 + 上下文提取        │</a:t>
            </a:r>
            <a:br/>
            <a:r>
              <a:t>│  Memory Fast Path 快速匹配   │</a:t>
            </a:r>
            <a:br/>
            <a:r>
              <a:t>└────────────┬───────────────┘</a:t>
            </a:r>
            <a:br/>
            <a:r>
              <a:t>             │</a:t>
            </a:r>
            <a:br/>
            <a:r>
              <a:t>             ▼</a:t>
            </a:r>
            <a:br/>
            <a:r>
              <a:t>┌────────────────────────────┐</a:t>
            </a:r>
            <a:br/>
            <a:r>
              <a:t>│  规划层 (Plan)              │</a:t>
            </a:r>
            <a:br/>
            <a:r>
              <a:t>│  Prompt 自动优化             │  ◄── Skills 库</a:t>
            </a:r>
            <a:br/>
            <a:r>
              <a:t>│  历史案例 few-shot 注入       │  ◄── Episodic Memory</a:t>
            </a:r>
            <a:br/>
            <a:r>
              <a:t>│  调查路径规划                 │</a:t>
            </a:r>
            <a:br/>
            <a:r>
              <a:t>└────────────┬───────────────┘</a:t>
            </a:r>
            <a:br/>
            <a:r>
              <a:t>             │</a:t>
            </a:r>
            <a:br/>
            <a:r>
              <a:t>             ▼</a:t>
            </a:r>
            <a:br/>
            <a:r>
              <a:t>┌────────────────────────────┐</a:t>
            </a:r>
            <a:br/>
            <a:r>
              <a:t>│  执行层 (Act)               │</a:t>
            </a:r>
            <a:br/>
            <a:r>
              <a:t>│  CloudWat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Calibri"/>
              </a:defRPr>
            </a:pPr>
            <a:r>
              <a:t>6. 整体架构图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---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0C0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Calibri"/>
              </a:defRPr>
            </a:pPr>
            <a:r>
              <a:t>7. 路线图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Phase 1: Agent-First MVP (4 weeks)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重构 deep_rca.py: pipeline → ReAct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6479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Evidence gatherers 补齐 trace + logs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12264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基于历史案例的 few-shot prompt 注入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5973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推理质量监测器 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072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Phase 2: Skills 自动习得 (4 weeks)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1868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Skill 自动生成（从成功 RCA 提取）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661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Skill 验证（历史案例回测）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1363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Skill 匹配（规划阶段自动选择）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61104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Phase 3: 闭环验证 (3 weeks)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Calibri"/>
              </a:defRPr>
            </a:pPr>
            <a:r>
              <a:t>7. 路线图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PostActionValidator 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5331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L0-L2 安全修复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00784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知识 reinforce/penalize 机制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4825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Phase 4: Prompt 自动优化 (3 weeks)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5973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Prompt A/B testing 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0720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自动化 prompt 搜索（参考 PromptWizard/DSPy）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546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持续优化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021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---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0C0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Calibri"/>
              </a:defRPr>
            </a:pPr>
            <a:r>
              <a:t>参考论文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8229600" cy="5440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2003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论文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ArXiv ID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年份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关键贡献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eARCO: Prompt Optimization for Cloud RCA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2504.11505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Prompt优化 &gt; RAG &gt; Fine-tuning, +21%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Stalled, Biased, Confused: 16 RCA Reasoning Failures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2601.22208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48K场景推理失败分类，失败可预测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Why AI Agents Systematically Fail at Cloud RCA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2602.09937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架构 &gt; 模型，通信协议 -15% 失败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AIOpsLab: Evaluating AI Agents for Autonomous Cloud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2501.06706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端到端Agent评估框架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OpsAgent: Self-Evolving Diagnosis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2510.24145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双重自进化多Agent运维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CCAR: Confidence-Calibrated Autonomous Resolution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2603.08736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形式化安全修复边界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GPT-4 In-Context Learning for RCA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2401.13810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10万事故ICL, +24.8%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RCACopilot (Microsoft)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2305.15778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2023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4年生产RCA系统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mABC: Multi-Agent Blockchain RCA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2404.12135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多Agent投票共识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OCEAN: Online Multi-Modal RCA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2410.10021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跨模态因果建模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AIOps Survey (CSUR 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2507.12472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183篇综述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Building AI Agents for Autonomous Clouds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2407.12165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Agent设计原则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Causal Reasoning in Software 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2408.17183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Pearl因果86篇综述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AIDR (Walmart Production)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2404.16887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3000+模型生产级告警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LogEval: LLM Log Analysis Benchmark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2407.01896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LLM日志分析评测</a:t>
                      </a:r>
                    </a:p>
                  </a:txBody>
                  <a:tcPr/>
                </a:tc>
              </a:tr>
              <a:tr h="32005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Triage in Software Engineering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2511.08607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告警分诊234篇综述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0C0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