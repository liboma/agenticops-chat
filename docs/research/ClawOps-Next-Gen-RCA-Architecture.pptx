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ClawOps 下一代 RCA 架构：Agent-First 探索方向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核心理念：像 SRE 一样思考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告警驱动：不依赖预构建的服务拓扑图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自主规划：凭经验和推理能力，规划调查路径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逐步排查：收集证据 → 推理 → 验证 → 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48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类比：资深 SRE 看到告警后的思维过程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感知-规划-决策闭环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感知 (Perceive)：告警解读 + 历史经验匹配 (Memory Fast Path)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规划 (Plan)：自主规划调查路径 + Prompt 优化引导 + Skills 调度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执行 (Act)：调用 Tools 收集证据 (CloudWatch/CloudTrail/X-Ray)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48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验证 (Verify)：Devil's Advocate + 置信度校准 + Evidence Grounding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沉淀 (Learn)：Case Study 生成 + Skill 更新 + Prompt 模板优化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与传统路线的区别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Graph-First (传统)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Agent-First (ClawOps)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完整服务拓扑 + 全量监控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只需告警 + 基础信息源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前提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必须维护 CMDB/服务图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零前置依赖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图遍历 + 规则关联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LLM 自主规划 + 经验引导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落地门槛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低（有告警就能用）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方向 1：Prompting 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eARCO (Microsoft): Prompt 优化 &gt; RAG &gt; Fine-tuning，准确率 +21%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自动 Prompt 搜索：从历史案例中提炼最优调查路径模板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Few-shot 注入：遇到新告警，自动检索最相似历史事故作为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48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动态组装：根据告警类型选择对应调查路径模板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关键: Prompt 不是告诉 Agent 答案，而是告诉它最有效的调查路径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方向 2：Skills 自动更新与习得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Skill Gap Detection：RCA 中发现"没有对应工具/知识"→ 自动标记缺口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Skill Auto-Generation：基于成功 RCA 自动生成新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Skill 质量验证：新 Skill 通过 Chaos Lab 验证后才入库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48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Skill 过期淘汰：基础设施变化后自动标记 deprecated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演进: 手写 → 半自动(人审核) → 全自动(AI审核) → 自我演进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方向 3：知识与经验沉淀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Case Study 自动生成：告警 → 调查路径 → 证据链 → 根因 → 修复方案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经验优先级排序：成功率高的调查路径提权，失败的降权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CloudTrail 因果分析：AWS 变更事件 = 天然因果干预数据 (Pearl 框架)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48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现有基础: Memory Fast Path + RCA Learner + 8 级 Evidence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方向 4：RAC 架构 (Reason-Act-Critique)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Reason (推理): 基于当前证据，决定下一步查什么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Act (执行): 调用工具收集证据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Critique (批评): 结论可靠吗？有没有遗漏？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48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Re-plan (重规划): 新证据改变判断，调整调查方向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vs ReAct: 增加了自我批评 + 动态重规划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支撑: 推理质量监测器检测 Stalled/Biased/Confused 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方向 5：结果验证 + 知识沉淀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Evidence Grounding：每个结论必须引用具体 CloudWatch 数据点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Counterfactual Check："如果根因没发生，告警还会触发吗？"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Human-in-the-Loop：置信度 &lt; 阈值时请求人工确认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48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完整闭环: RCA → 验证 → Case Study → Skill 更新 → Prompt 优化 → 下次更快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差异化竞争优势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HolmesGPT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Keep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PagerDuty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ClawOps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RCA 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单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规则引擎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统计关联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Agent-First RAC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前置依赖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K8s 拓扑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130+ 集成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服务图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只需告警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学习能力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有限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自动 Skill 生成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验证机制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Devil's Advocate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Prompt 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自动优化+Few-shot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实施路线图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收益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 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Prompt 优化 + Few-shot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准确率 +21%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周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RAC 循环 + 推理监测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拦截错误 RCA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 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Devil's Advocate + Skills 自动生成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减少幻觉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 周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完整闭环 + Benchmark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端到端评估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核心参考论文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关键贡献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eARCO (Microsoft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arXiv:2504.11505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Prompt优化&gt;RAG&gt;Fine-tuning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16 RCA Failure Types (2026)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arXiv:2601.22208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48K场景, 推理失败可预测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 Agents Fail at RCA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arXiv:2602.09937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架构&gt;模型, 12种失败类型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AIOpsLab (Microsoft 2025)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arXiv:2501.06706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Agent评估框架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mABC Multi-Agent RCA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arXiv:2404.12135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多Agent共识投票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CCAR (2026)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arXiv:2603.08736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置信度校准+安全修复边界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OpsAgent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arXiv:2510.24145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自进化多Agent运维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Pearl Causality (2009)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因果推断理论基础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